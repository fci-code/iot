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/home/claude/esp32-deck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3944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 no ESP32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 e execução com o ESP-IDF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166360" y="4343400"/>
            <a:ext cx="18288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equipe · Demonstração prática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ESP32?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90195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828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 de baixo custo, fabricado pela Espressif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9077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3464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 dual-core, indicado para IoT e automação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84048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Wi-Fi e Bluetooth já integradas ao chip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91947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8463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Programável em C/C++, com acesso direto a GPIO, UART, I2C, SPI e mais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173736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1D2C3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15400" y="265176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0" descr="/home/claude/esp32-deck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0" y="2994660"/>
            <a:ext cx="685800" cy="685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55280" y="4206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geral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projetos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embarcados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ferramenta: ESP-IDF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291840" cy="3931920"/>
          </a:xfrm>
          <a:prstGeom prst="roundRect">
            <a:avLst>
              <a:gd name="adj" fmla="val 4167"/>
            </a:avLst>
          </a:prstGeom>
          <a:solidFill>
            <a:srgbClr val="1D2C38"/>
          </a:solidFill>
          <a:ln/>
        </p:spPr>
      </p:sp>
      <p:sp>
        <p:nvSpPr>
          <p:cNvPr id="4" name="Shape 2"/>
          <p:cNvSpPr/>
          <p:nvPr/>
        </p:nvSpPr>
        <p:spPr>
          <a:xfrm>
            <a:off x="1691640" y="192024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esp32-deck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2288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idf.py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4114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linha de comando central de todo o fluxo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oficial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9120" y="202996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 pela Espressif, oficial para programar o ESP32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8912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FreeRTOS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89120" y="326440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em tempo real por baixo dos panos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de tudo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89120" y="449884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Toolchain, compilação, gravação e monitoramento em um só lugar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trabalho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584960" y="3291840"/>
            <a:ext cx="8991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82040" y="27889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esp32-deck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3040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Clonar e instalar o ESP-IDF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80360" y="27889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esp32-deck/icons/tog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20" y="30403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2984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Ativar ambiente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2984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export.ps1 / export.sh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52984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78680" y="27889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2" descr="/home/claude/esp32-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30403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2816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set-target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32816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chip (esp32)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32816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77000" y="27889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3" descr="/home/claude/esp32-deck/icons/hamm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460" y="30403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2648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2648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o projeto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12648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275320" y="2788920"/>
            <a:ext cx="1005840" cy="10058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4" descr="/home/claude/esp32-deck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3040380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2480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92480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na placa via USB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92480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0073640" y="278892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0" name="Image 5" descr="/home/claude/esp32-deck/icons/deskto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5100" y="3040380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23120" y="397764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9723120" y="4343400"/>
            <a:ext cx="170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saída serial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9723120" y="1874520"/>
            <a:ext cx="170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placa ao terminal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1920240"/>
            <a:ext cx="1188720" cy="11887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" name="Image 0" descr="/home/claude/esp32-deck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182" y="2187702"/>
            <a:ext cx="653796" cy="6537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0" y="2404872"/>
            <a:ext cx="1280160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0" y="1600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1188720" cy="11887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1" descr="/home/claude/esp32-deck/icons/u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142" y="2187702"/>
            <a:ext cx="653796" cy="6537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52160" y="2404872"/>
            <a:ext cx="1280160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557784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(UART)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406640" y="1920240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esp32-deck/icons/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102" y="2187702"/>
            <a:ext cx="653796" cy="6537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(idf.py monitor)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416052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1D2C38"/>
          </a:solidFill>
          <a:ln/>
        </p:spPr>
      </p:sp>
      <p:sp>
        <p:nvSpPr>
          <p:cNvPr id="17" name="Text 12"/>
          <p:cNvSpPr/>
          <p:nvPr/>
        </p:nvSpPr>
        <p:spPr>
          <a:xfrm>
            <a:off x="10515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“monitor” não é uma tela física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51560" y="4800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programa que roda no computador e lê, pela mesma porta USB usada para gravar o firmware, as mensagens que o ESP32 envia via UART. É o mesmo texto que aparece no terminal com idf.py monitor.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 principais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D2C3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9019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idf.py set-target esp32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51560" y="245059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chip alvo da compilação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D2C3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4107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idf.py build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39593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 o projeto e gera o binário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1D2C38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919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idf.py -p COM3 flash monitor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54681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na placa e abre a leitura serial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claude/esp32-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53162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926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Compilação, gravação e execução em tempo real no ESP32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2026-09-21T12:34:08Z</dcterms:created>
  <dcterms:modified xsi:type="dcterms:W3CDTF">2026-09-21T12:34:08Z</dcterms:modified>
</cp:coreProperties>
</file>